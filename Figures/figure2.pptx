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8"/>
  </p:normalViewPr>
  <p:slideViewPr>
    <p:cSldViewPr snapToGrid="0">
      <p:cViewPr>
        <p:scale>
          <a:sx n="113" d="100"/>
          <a:sy n="113" d="100"/>
        </p:scale>
        <p:origin x="4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391AD-3ED6-7347-83F1-2FDB7C3C602C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D556B-20BB-E744-A80E-A59A33253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39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D88-B140-AEA0-249B-D8E3A1E3D6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D3F36-113F-2FB6-EF82-9C5D2CFE9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766A9-9EA2-5C20-A072-D4475EE24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FF514-F338-95B2-ADE4-5C1C6310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F39BA-4B62-CF40-604C-3140346F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93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821C-1B8A-46F0-498D-09E86FB2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1BEDD-2DA9-BE07-EE70-8C8F16F4D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37642-F4AD-DF77-1B70-48C655CBE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BFD59-B2AA-0D7D-B1B2-1E877081A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7250B-202D-73B7-3B76-C82994A6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51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4DA4-1849-3142-3795-4059FB6DD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918BE-915A-414F-F783-0B9376172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7CE5B-3F98-2E5D-A370-BF8404CD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943BF-1F9B-DA8A-043B-61EB53960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54517-B371-5753-95B0-5EB6C20F2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4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CCA1-8FCB-7823-BB8A-5F57B02D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EFD96-184B-800E-C37B-EFEBAE8A4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1D294-DEEB-066C-C45B-1450950EF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96A61-F241-E8E3-7689-0AA0F0C8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BA0E8-6EF7-359B-C2AD-457BA52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9D744C-5123-F587-8A1D-B583EDAC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5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50C6-3BF4-A5C7-F6E0-BEA419B3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A851A-F58D-200D-D373-B1820A1F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C76C9-1F11-1547-1361-393D0DF6E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04877-82BA-13B9-BD7E-C159C8126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938043-C8E9-C887-1D29-4027828183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8156A-E552-153C-C2D3-0F081CF35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B6C4A-71C7-ACC7-9228-1A0F2313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B46485-FF92-82C1-5666-9982CB4C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5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B06C-DC7A-93AF-9D0E-68D085521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375E9-6FF6-ABB3-5353-F90278FF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102BF-860C-9CB1-9D2D-EF9EB1359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CC1E1-F7B5-1429-4CFB-C560EB0AA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BDA03-F32F-5222-D7F8-0FCEFEAEB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B8448-389C-2B3B-83D2-75B4E5B2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D30F2-2860-62CA-68CC-4CD69915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6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17C3-B8D2-4ABE-E510-23D0A9E8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2A5F-855D-5D38-1CA1-318375386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0B29A-4536-A92F-12A8-86A4A215D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115D2-639D-F9E6-673B-EB47BC096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0338D-11E5-DB21-2225-C86B554F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F03B9-1ABF-556C-DDE0-CB330DFB7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46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0A10-2F99-53A9-9738-DC9985A91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5F5EDD-3BE1-6D76-A1A4-60D526ADF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78C2D-A2D5-28A5-3CAE-6BC070719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B9A16-5C19-B5D2-938C-77C3D50C2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67609-A662-0FB7-3F08-AD98DF90C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09C6A-7707-DBDB-B088-26B8E6A43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2C66-017B-25E9-2353-CCB189A4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3660C-0A23-A7EF-D615-4F843B939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64EE-A773-ED39-AD37-81F9A340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182FB-8522-A362-24D3-5C646B3E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86422-4F2D-5F98-2C53-05456BD51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18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B24672-5BBE-5049-3618-9A0E1497F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71E2D-582B-60C0-8EB6-04BF0CA59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3E6A8-E8D8-38B5-B380-8227DB304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5C517-6677-F72D-CEF4-35422AD1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9BD69-93E7-D240-31D3-69B2571D8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53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4E94E1-053E-5D49-EF73-BD18D0C32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5438C-EAA1-2C48-E728-C76A38469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29410-F7E3-22F4-84DB-8B4146225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394B4-1F98-0B45-ABED-27DA45522A73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55FB3-CF1E-0A59-A53A-A0C8659B75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E3F7D-7D32-10C6-4F2A-64DFA764C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0B74C-2444-7C4F-BC26-890138565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3D0E843-0011-E979-DF55-D19DC95650C3}"/>
              </a:ext>
            </a:extLst>
          </p:cNvPr>
          <p:cNvSpPr txBox="1"/>
          <p:nvPr/>
        </p:nvSpPr>
        <p:spPr>
          <a:xfrm>
            <a:off x="1195027" y="5364389"/>
            <a:ext cx="14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EE4BB-B0C6-729B-6DCD-61D1069AEE17}"/>
              </a:ext>
            </a:extLst>
          </p:cNvPr>
          <p:cNvSpPr txBox="1"/>
          <p:nvPr/>
        </p:nvSpPr>
        <p:spPr>
          <a:xfrm>
            <a:off x="5485474" y="5364389"/>
            <a:ext cx="14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7BA93A-2C88-2001-3AC2-C00C72B1BE82}"/>
              </a:ext>
            </a:extLst>
          </p:cNvPr>
          <p:cNvSpPr txBox="1"/>
          <p:nvPr/>
        </p:nvSpPr>
        <p:spPr>
          <a:xfrm>
            <a:off x="9496393" y="5364389"/>
            <a:ext cx="1425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60F526-41DC-94DA-1648-15B23C4E7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144" y="1631571"/>
            <a:ext cx="3890635" cy="35948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B07D44-9B42-7059-DEAD-BAD77EB9A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4" y="1631570"/>
            <a:ext cx="3953187" cy="35948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AEA179C-1DB7-1469-21B0-F25F85B91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839" y="1631569"/>
            <a:ext cx="3890637" cy="359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19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Runtao</dc:creator>
  <cp:lastModifiedBy>Zhou, Runtao</cp:lastModifiedBy>
  <cp:revision>2</cp:revision>
  <cp:lastPrinted>2025-10-06T23:31:59Z</cp:lastPrinted>
  <dcterms:created xsi:type="dcterms:W3CDTF">2025-10-06T22:50:44Z</dcterms:created>
  <dcterms:modified xsi:type="dcterms:W3CDTF">2025-10-07T02:14:08Z</dcterms:modified>
</cp:coreProperties>
</file>