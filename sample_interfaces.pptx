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57" r:id="rId4"/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18"/>
  </p:normalViewPr>
  <p:slideViewPr>
    <p:cSldViewPr snapToGrid="0">
      <p:cViewPr>
        <p:scale>
          <a:sx n="114" d="100"/>
          <a:sy n="114" d="100"/>
        </p:scale>
        <p:origin x="376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4C71E-3148-5118-0506-A07AB580F3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C3B6CB-08FC-2D1B-1E47-2648DC798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B5E72-A14F-6678-3CFD-1D2785626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179E-283E-FF41-89DD-8AC1001A1997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84A48-F411-42A3-920A-8CDD41EFF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4559E-2B80-74CD-17DF-425BC7454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D8402-2A9D-9149-82AE-7053A2369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888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202C0-E122-C63D-229D-E66C1E85C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B8EB1-20D2-0BBC-5587-779F261B3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F147E-80B6-7548-E5C7-DD223810A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179E-283E-FF41-89DD-8AC1001A1997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70374-599C-5DC4-F68E-74660BAF2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3A174-E8F7-3275-3E06-CF8B9CAE0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D8402-2A9D-9149-82AE-7053A2369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477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EB73D-CC18-C749-5425-CC8B94DAF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01F79-16CF-1C5F-6F86-DA2C89FA1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A7524-9265-3AB2-3396-EE19F2864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179E-283E-FF41-89DD-8AC1001A1997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D9E4A-7B5C-DA11-BB36-30C3C17FD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8D483-B6D4-EDCE-C81C-0C5DC350D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D8402-2A9D-9149-82AE-7053A2369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911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4EDA8-9AFC-932C-C3A7-19917B292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60AD0-06E5-480B-EB3F-3F151851AA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81FA3-89C8-8B89-58EC-39F61760E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B4642-6CFA-655F-0E90-2EAF6E8BE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179E-283E-FF41-89DD-8AC1001A1997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DE8E7-3F10-BBF2-25E5-0891355D9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13F58-7A76-F77F-933F-22BA99D53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D8402-2A9D-9149-82AE-7053A2369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901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5D91D-5B09-1D91-60EC-D1E5B3129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D9E4F-B3A7-D20A-FCB0-0A2557109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774CBB-5457-2746-EB30-AAD09A25A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FC4B3F-2770-DE3C-AD7D-E635518A0F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ED94A9-7D46-0BE3-7579-5E8805CC6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E8BA27-6F98-DA28-BDE3-C60E3B398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179E-283E-FF41-89DD-8AC1001A1997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6CC3FE-247C-C99D-2655-43F6A6542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EF9FAF-AA1E-AFA4-3830-9AD7B32C9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D8402-2A9D-9149-82AE-7053A2369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55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AB52F-0132-D41B-571E-E90472DCF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357BC4-5516-A0ED-09DC-B76D2AA63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179E-283E-FF41-89DD-8AC1001A1997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27E951-4723-403D-209A-8A8EB696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30C354-C8EA-51D8-CA6C-E35D44915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D8402-2A9D-9149-82AE-7053A2369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354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46102D-8CF8-5C24-62B2-7B5A02F05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179E-283E-FF41-89DD-8AC1001A1997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43B120-EF43-EC62-4C94-F163E37A3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1C024-DC13-8E15-0307-4D7494E1B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D8402-2A9D-9149-82AE-7053A2369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61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5715B-2C68-E6C9-5D58-73186F5EB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F7264-E3CE-C7DF-C4DD-2F557413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E3C117-DB5A-0CC0-3071-3F24A50BA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92A4D5-4DA2-44C0-119D-8B32998D8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179E-283E-FF41-89DD-8AC1001A1997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89FEA1-03E0-6EF1-067C-9430E5D12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844726-C5BE-1B5C-FA31-B9F391E6F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D8402-2A9D-9149-82AE-7053A2369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399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DFB62-01A8-A37E-25F3-F0007AD47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04DD56-627D-5E09-F984-851165C72D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31E551-7248-D59B-6745-BF96BDAEB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A3F11D-66EC-7EAD-5430-ED97FD9A5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179E-283E-FF41-89DD-8AC1001A1997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D488E-5B30-F5EA-7B64-BA8C353D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F2BDA-0C0C-A8AA-03BF-D70D82766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D8402-2A9D-9149-82AE-7053A2369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849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7F84D-7639-A76C-C4DE-DE50C6E0C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BDBEC7-38CB-D936-AD53-7DACF325A6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64324-4135-DB66-F20C-6F1C19FF2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179E-283E-FF41-89DD-8AC1001A1997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45B9B-33D4-BBBE-4EED-95D89245D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10FD3-14EF-67D1-FEC0-C10C51760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D8402-2A9D-9149-82AE-7053A2369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774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84D20A-D35B-2185-4CA8-053D41DE94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329E2C-FC38-E03C-77CF-91C710C388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A5A8E-266B-DCF3-AC73-7E66E5EEC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179E-283E-FF41-89DD-8AC1001A1997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F7B96-7234-29D8-56D2-A448EA4BC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CA254-2A64-3305-B2C8-255EEDBEC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D8402-2A9D-9149-82AE-7053A2369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802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ECB349-7076-85F4-1F92-4CE94F1B2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FEABA-35E8-5E20-622F-3F836A32A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C6D21-9273-579E-FC24-2AAE4DEFBB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F4179E-283E-FF41-89DD-8AC1001A1997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88F00-5E3E-A550-D361-328138469D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05080-A25D-3EF9-48B2-4EEF8D87F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3D8402-2A9D-9149-82AE-7053A2369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68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BC727-8F98-79C9-37DA-C7B8DF405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math test&#10;&#10;AI-generated content may be incorrect.">
            <a:extLst>
              <a:ext uri="{FF2B5EF4-FFF2-40B4-BE49-F238E27FC236}">
                <a16:creationId xmlns:a16="http://schemas.microsoft.com/office/drawing/2014/main" id="{26861F69-943F-C441-C5D8-8146E5604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397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576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AB661-3A4F-3B57-F6D0-FD9A5415C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math test&#10;&#10;AI-generated content may be incorrect.">
            <a:extLst>
              <a:ext uri="{FF2B5EF4-FFF2-40B4-BE49-F238E27FC236}">
                <a16:creationId xmlns:a16="http://schemas.microsoft.com/office/drawing/2014/main" id="{E449E0BA-EEF8-11EF-B694-86AB58154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354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342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ED1A3-9C6A-0681-CBD7-3A8D256FA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858D04-6BEE-F19D-34DD-246565FD4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04883" cy="6858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179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BB7B68-0B83-7928-0F80-5C25689AC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653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338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Zhou, Runtao</dc:creator>
  <cp:lastModifiedBy>Zhou, Runtao</cp:lastModifiedBy>
  <cp:revision>2</cp:revision>
  <dcterms:created xsi:type="dcterms:W3CDTF">2025-10-10T22:02:26Z</dcterms:created>
  <dcterms:modified xsi:type="dcterms:W3CDTF">2025-10-10T22:04:37Z</dcterms:modified>
</cp:coreProperties>
</file>