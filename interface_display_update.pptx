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8"/>
  </p:normalViewPr>
  <p:slideViewPr>
    <p:cSldViewPr snapToGrid="0">
      <p:cViewPr>
        <p:scale>
          <a:sx n="146" d="100"/>
          <a:sy n="146" d="100"/>
        </p:scale>
        <p:origin x="144" y="-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B9D0F-C9BB-C737-B47F-FD443307A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4518D-9B77-57BA-BA28-5CCA6B579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AE96D-4DF0-FADB-75AD-5730C3A7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3ADA8-3430-1083-D52E-A5B70F1F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2C0EA-E355-E7FE-1D64-8C2729B9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4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4A2A-5BBC-6DB9-A729-47A286898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817E-35BC-66DE-520A-3D1E7A5E3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0DAA-52DC-213B-5195-4A9530C8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ADB14-EBF0-1696-617F-7046EA8D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70A69-BF01-054B-8B95-54D51BE8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2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36F8-43DD-AE39-E613-4BB7E7EE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13D5D-6EF8-2C16-C78D-2EDD72D52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E67C1-A0B2-685B-1641-B37D7EE8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8669E-75F8-F1E2-7CE3-E5166A4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5FF03-C17F-B3A7-F30E-58F8672B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7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234E-E4A0-8768-453C-C3302E5A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7EF51-B810-A8A2-A9E7-C2CC4D58B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0D6D2-09BD-3CB9-AE43-5571372D5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FC99F-C78A-948A-900D-621771E0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972E-3BD0-DA07-9A03-97DC1E839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698DF-BA2C-995C-A181-22E1BDC3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3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044B-D94C-8369-E100-60F197FF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C95D2-F445-7D64-CEC0-E13395CE0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2036D-0EC3-0CDE-5D38-DC83DA59D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5CC2A-68BD-06B8-8138-4B6D66C92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3A395-0C18-121B-B39E-E5B128D13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B95F24-1F83-3A6E-A20A-91F0434B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F25867-92BD-FBCC-468D-B863EBC4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12AC6-2CBB-524C-E541-8411372D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7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0830-825E-BF18-2250-A16282B4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413F7-E603-B29C-EA58-6F94DBAE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63E11D-C51B-0692-02B3-34035393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3D25B-7748-CBA6-62B0-F115D7C9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7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0F797-57E2-143E-E950-475E083A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0D47A-8D4C-907C-3147-F678C7460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EFD02-81CA-305A-C60D-E6707D26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6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43C9-F18E-AFD5-0A27-7B60967C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8A1C4-7D8F-1FC1-ED1F-38AF7E01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2C75F-1E48-0FCD-D979-6CC11BBA2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D2BF9-E345-F593-0580-D12762DC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06E05-1E12-C3BA-C1D0-3D730AEA7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EF86A-B340-6894-4ACF-49305830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65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99577-4FCB-1790-9A12-370F992BC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5BA091-8253-D355-2791-EB8CAD811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5D95A-682F-1D91-C6D4-72F91BB49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780B3-9525-3D12-AADB-56DEC2B4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B86D8-74CC-47B7-C802-4ACB1851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DAF0A-7027-8A39-2867-9C676BE3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2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C20D-8CCB-8BD2-3B46-34B9FDE3E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3574B-410D-9894-B499-DD18849EA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921B4-BEBC-DBDD-1F23-5589B69D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A5078-A3E0-12FF-C290-D12D026A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127CC-8F34-86D4-4DE0-C59FB941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2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68D09-031C-1A30-2263-87214490D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94295-124C-6D87-C732-CDA312B1F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397DF-FCDC-0D81-2541-F8BCB45F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869C9-0650-D448-0827-CB6BDDC2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72B77-6A2E-FBB1-BDC1-AAE338DF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8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E7916-E480-B9EE-1F97-0BAA14F8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D637A-A984-DA11-C864-61A736513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FB095-79FF-CAE7-084C-9A3129300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139F6-5713-C346-8037-039D5B4B87C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E30BC-FBAD-C01A-3D68-D8F8AF3F25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172AC-2772-B184-D7DA-B2B10DFD1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33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8FA24B1-0254-F40E-63D0-27F7705D0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0" t="4069" r="18899" b="23837"/>
          <a:stretch>
            <a:fillRect/>
          </a:stretch>
        </p:blipFill>
        <p:spPr>
          <a:xfrm>
            <a:off x="0" y="2928050"/>
            <a:ext cx="3446207" cy="185444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82D93B-76E2-85CA-7633-B5AD9BC5C7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6" t="10046" r="2257" b="43323"/>
          <a:stretch>
            <a:fillRect/>
          </a:stretch>
        </p:blipFill>
        <p:spPr>
          <a:xfrm>
            <a:off x="6307987" y="2632340"/>
            <a:ext cx="3864714" cy="2144868"/>
          </a:xfrm>
          <a:prstGeom prst="rect">
            <a:avLst/>
          </a:prstGeom>
        </p:spPr>
      </p:pic>
      <p:pic>
        <p:nvPicPr>
          <p:cNvPr id="11" name="Picture 10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DD342750-746A-AB9C-B51D-38AE18BECB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9" t="16363" r="2494" b="36948"/>
          <a:stretch>
            <a:fillRect/>
          </a:stretch>
        </p:blipFill>
        <p:spPr>
          <a:xfrm>
            <a:off x="2649793" y="2881793"/>
            <a:ext cx="3446207" cy="1895415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59EE00-D794-EDD1-19B0-B0799D2FEB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89" t="18285" r="3264" b="34956"/>
          <a:stretch>
            <a:fillRect/>
          </a:stretch>
        </p:blipFill>
        <p:spPr>
          <a:xfrm>
            <a:off x="8745792" y="2828211"/>
            <a:ext cx="3446207" cy="189541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CF850ED-4E83-1073-2F95-A55E65E77506}"/>
              </a:ext>
            </a:extLst>
          </p:cNvPr>
          <p:cNvSpPr/>
          <p:nvPr/>
        </p:nvSpPr>
        <p:spPr>
          <a:xfrm>
            <a:off x="0" y="2629628"/>
            <a:ext cx="2771775" cy="21422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358D24-0CB2-713B-F855-AE3417A95F21}"/>
              </a:ext>
            </a:extLst>
          </p:cNvPr>
          <p:cNvSpPr/>
          <p:nvPr/>
        </p:nvSpPr>
        <p:spPr>
          <a:xfrm>
            <a:off x="2771775" y="2627048"/>
            <a:ext cx="3324225" cy="21448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A5A82F-9093-8268-E494-DD7C61CD23B7}"/>
              </a:ext>
            </a:extLst>
          </p:cNvPr>
          <p:cNvSpPr/>
          <p:nvPr/>
        </p:nvSpPr>
        <p:spPr>
          <a:xfrm>
            <a:off x="6096000" y="2627048"/>
            <a:ext cx="2717991" cy="21448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82817D-D2A6-6E5D-6D9C-9FB599B04544}"/>
              </a:ext>
            </a:extLst>
          </p:cNvPr>
          <p:cNvSpPr/>
          <p:nvPr/>
        </p:nvSpPr>
        <p:spPr>
          <a:xfrm>
            <a:off x="8813991" y="2627048"/>
            <a:ext cx="3378009" cy="21448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267A5F-E514-6479-CABC-B96F5ACFF7DD}"/>
              </a:ext>
            </a:extLst>
          </p:cNvPr>
          <p:cNvSpPr txBox="1"/>
          <p:nvPr/>
        </p:nvSpPr>
        <p:spPr>
          <a:xfrm>
            <a:off x="319489" y="2052568"/>
            <a:ext cx="186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CoT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45A627-24E3-EF77-77AF-90C21A1AF0F7}"/>
              </a:ext>
            </a:extLst>
          </p:cNvPr>
          <p:cNvSpPr txBox="1"/>
          <p:nvPr/>
        </p:nvSpPr>
        <p:spPr>
          <a:xfrm>
            <a:off x="3093904" y="2102546"/>
            <a:ext cx="186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iCoT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3D5AD5-BD0A-D89A-6A4F-F075D3F7B650}"/>
              </a:ext>
            </a:extLst>
          </p:cNvPr>
          <p:cNvSpPr txBox="1"/>
          <p:nvPr/>
        </p:nvSpPr>
        <p:spPr>
          <a:xfrm>
            <a:off x="9241775" y="2085752"/>
            <a:ext cx="186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iGraph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44B29E-6B21-C84C-5558-CB6591A62246}"/>
              </a:ext>
            </a:extLst>
          </p:cNvPr>
          <p:cNvSpPr txBox="1"/>
          <p:nvPr/>
        </p:nvSpPr>
        <p:spPr>
          <a:xfrm>
            <a:off x="6305321" y="2057427"/>
            <a:ext cx="186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iPoT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71D8AF-5938-23EE-3038-AECBEAA03066}"/>
              </a:ext>
            </a:extLst>
          </p:cNvPr>
          <p:cNvSpPr txBox="1"/>
          <p:nvPr/>
        </p:nvSpPr>
        <p:spPr>
          <a:xfrm>
            <a:off x="749147" y="583894"/>
            <a:ext cx="10532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Question: A bathroom has 10 6 inch tiles along its width and 20 6 inch tiles along its length. What is the square footage of the bathroom?</a:t>
            </a:r>
          </a:p>
        </p:txBody>
      </p:sp>
    </p:spTree>
    <p:extLst>
      <p:ext uri="{BB962C8B-B14F-4D97-AF65-F5344CB8AC3E}">
        <p14:creationId xmlns:p14="http://schemas.microsoft.com/office/powerpoint/2010/main" val="2272973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34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Runtao</dc:creator>
  <cp:lastModifiedBy>Zhou, Runtao</cp:lastModifiedBy>
  <cp:revision>2</cp:revision>
  <dcterms:created xsi:type="dcterms:W3CDTF">2025-10-14T13:27:56Z</dcterms:created>
  <dcterms:modified xsi:type="dcterms:W3CDTF">2025-10-15T03:25:26Z</dcterms:modified>
</cp:coreProperties>
</file>